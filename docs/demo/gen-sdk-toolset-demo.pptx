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why we built the toolset, what is already working, a live demo of the panel on real scan data, and where this goes next — the SDK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pain: documentation is the only source of truth, SDK work is manual, and there was zero visibility into readiness. The project's output is literally the answer to this question, as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generator is deliberately not built yet. First we needed to know — with numbers, per service — whether the docs are good enough to generate from. That gate is what exists today and what you will see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this is not a mock-up. Scanner and panel are real, deployed with one command, and the demo runs on the actual stack with real scanned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IR is the future generator's input. The principle matters for management: a plausible-looking wrong number is expensive; a loud failure is cheap. The scanner is built to be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two-panel contrast is the heart of the quality model: a red verdict means the docs need fixing upstream; an amber gap means our parser needs extending — and until it is, the number is an honest upper bound (≤), never a flattering point estimate. Examples exclusion: a broken example says nothing about whether a service can be generated — generation consumes parameter tables — so example diagnostics are recorded and shown but excluded from the quality score. In the demo, point at the ≤ badge and the 'X in full · Y rows unread · Z not read' line on the service page — this slide is what those pixels mean.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stays up for a beat, then switch to the browser. Highlighted item 5 (live rescan) is the money shot — announce it so the audience waits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 (12 min): 1) Registry: filters failed→partial→all, search, worst-first sort. 2) Attention band. 3) Rich service page: metrics, section cards, top-issue chips, click a section count to filter documents. 4) Open one document: IR parameter table, source link at scanned commit. 5) Small service: Force rescan → job #N spinner → new generation appears. 6) Generation selector: history, confirm dialog for older snapshot. Fallbacks: rate-limit failure is itself a feature to show; otherwise backup screenshots after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Hub-and-spoke: the core backend talks to the database and the React client directly, and to the scanner via background jobs — a deliberate seam we can swap for a real queue if scale demands it (the runner takes only a job id). The scanner is the only component that talks to GitHub. Typed OpenAPI contract removes a whole class of integration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Message: the project will survive its author. Quality gates are enforced by CI, architecture by tooling, knowledge by docs. This is what makes it a team asset rather than a personal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as of the 2026-07-29 org sweep — re-verify against the panel before presenting if new scans have run. Flow to narrate: 96 checked → 83 eligible (have api-ref) → 5,556 files read → 3,475 endpoint documents → 2,651 of those perfectly clean. The 2 blocked services (&gt;1 MB files) are honest-limitation material — they show up in the panel as failed, not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strongest 'why this matters' moment: the panel doesn't just grade the docs, it produces the backlog for fixing them. 527 cells across 34 services; the biggest bucket is collection types written as List&lt;x&gt; instead of 'Array of …'. Many of these are mechanical fixes upstream. If asked 'who fixes them': the docs live in opentelekomcloud-docs repos — this list can be turned into issues/PRs per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neutral: two pipelines, same input, same gate, same checks, same human review — the only difference is who writes the code (templates + LLM gap-filling vs the LLM directly). Design detail lives in docs/gen_pipeline.md. Variant A extras worth mentioning if asked: two-commit PRs (template baseline + LLM refinement, git blame tells them apart) and graceful degradation (Jinja-only PR opens even if the LLM is down). How we choose between A and B —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engineering discipline, not indecision: Variant A is the baseline design, Variant B was proposed in review — we run both on two services chosen from the panel's own data and let the results decide. Qwen3.6-35B details (for questions): MoE, 35B total / ~3B active params per token; native context 262K tokens; public benchmarks show strong file-level coding (SWE-bench Verified ~73%, LiveCodeBench ~81) but much weaker whole-repo generation and long-horizon planning (NL2Repo ~29, DeepPlanning ~26) — which is precisely the open question for the LLM-primary variant. Our instance: self-hosted behind a LiteLLM AI gateway (OpenAI-compatible API), Qwen3.6-35B on two GPU nodes with load balancing; session stickiness — one API key pins to one GPU node unless idle, so concurrency helps little; the deployment is prefill-constrained on long contexts (150k+ tokens), so many small focused prompts beat one huge one — a real infra argument that the A/B must weigh fairly. No rate limits yet (preprod). Do not show or commit the gateway API key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is an ordered plan: 1) harden — scheduled discovery, dedup of identical generations (today two identical generations can be created), commit-hash checks so new doc versions are caught promptly, basic auth, deployment; 2) the strategy A/B; 3) generator development starts on the winner. Each step delivers working software. Tie back: the generator consumes exactly the IR shown in the document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concrete asks. #1 is the one that matters: approval of the sequence — harden the toolset, then A/B, then generator development. LLM hosting is deliberately NOT an ask anymore: Sebastian's LiteLLM gateway with Qwen3.6-35B already covers the A/B phase; if asked, production quotas/access can be revisited after the A/B. #2 and #3 are logistics: a deployment target and a bot account (name and PAT scoping TBD).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4937760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937760" y="6711696"/>
            <a:ext cx="2011680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6711696"/>
            <a:ext cx="1005840" cy="1463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0" y="6711696"/>
            <a:ext cx="4233672" cy="146304"/>
          </a:xfrm>
          <a:prstGeom prst="rect">
            <a:avLst/>
          </a:prstGeom>
          <a:solidFill>
            <a:srgbClr val="2A33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TELEKOM CLOUD · SDK TOOLING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gen-sdk-toolset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API documentation to automated Python SDKs —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scanner and control panel, live.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50392" y="4201668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014984" y="41193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19072" y="4201668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883664" y="41193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87752" y="4201668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2752344" y="41193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</a:t>
            </a:r>
            <a:pPr indent="0" marL="0">
              <a:buNone/>
            </a:pPr>
            <a:r>
              <a:rPr lang="en-US" sz="14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July 2026  ·  Valeriia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SDKs cannot keep up with the docs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475488" cy="475488"/>
          </a:xfrm>
          <a:prstGeom prst="ellipse">
            <a:avLst/>
          </a:prstGeom>
          <a:solidFill>
            <a:srgbClr val="FBE7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077" y="2080077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are the only source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OTC service is documented as RST pages in its own GitHub repository — dozens of repos, thousands of pages, no machine-readable API spec.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6616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65960"/>
            <a:ext cx="475488" cy="475488"/>
          </a:xfrm>
          <a:prstGeom prst="ellipse">
            <a:avLst/>
          </a:prstGeom>
          <a:solidFill>
            <a:srgbClr val="FBE7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837" y="2080077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606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SDK maintenance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17720" y="32004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SDK endpoint is written and updated by hand. Docs move ahead; SDKs silently fall behind. Effort grows with every new service.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6616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965960"/>
            <a:ext cx="475488" cy="475488"/>
          </a:xfrm>
          <a:prstGeom prst="ellipse">
            <a:avLst/>
          </a:prstGeom>
          <a:solidFill>
            <a:srgbClr val="FBE7F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597" y="2080077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606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12480" y="32004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this project nobody could say which services have documentation clean enough for automated SDK generation — or where exactly it breaks.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we set out to answer:  </a:t>
            </a:r>
            <a:pPr indent="0" marL="0">
              <a:buNone/>
            </a:pPr>
            <a:r>
              <a:rPr lang="en-US" sz="16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OTC services are ready for SDK generation — and what blocks the rest?”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gen-sdk-toolset · project demo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pipeline: documentation in, SDKs 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1F293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40487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8986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 docs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4672" y="32918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 API references in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opentelekomcloud-docs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081528" y="29260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74720" y="214884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E2007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4048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30752" y="28986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3730752" y="32918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docs into a structured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+ quality diagnostics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007608" y="29260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6400800" y="214884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E2007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40487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56832" y="28986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656832" y="32918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scans, shows quality,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rescans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8933688" y="29260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9326880" y="214884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8A93A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2" y="2404872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582912" y="28986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Generator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9582912" y="32918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Python SDK code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IR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3474720" y="4572000"/>
            <a:ext cx="5440680" cy="457200"/>
          </a:xfrm>
          <a:prstGeom prst="roundRect">
            <a:avLst>
              <a:gd name="adj" fmla="val 14000"/>
            </a:avLst>
          </a:prstGeom>
          <a:solidFill>
            <a:srgbClr val="FBE7F1"/>
          </a:solidFill>
          <a:ln/>
        </p:spPr>
      </p:sp>
      <p:sp>
        <p:nvSpPr>
          <p:cNvPr id="24" name="Text 18"/>
          <p:cNvSpPr/>
          <p:nvPr/>
        </p:nvSpPr>
        <p:spPr>
          <a:xfrm>
            <a:off x="3474720" y="45720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 — what this demo shows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144000" y="4572000"/>
            <a:ext cx="2514600" cy="457200"/>
          </a:xfrm>
          <a:prstGeom prst="roundRect">
            <a:avLst>
              <a:gd name="adj" fmla="val 14000"/>
            </a:avLst>
          </a:prstGeom>
          <a:solidFill>
            <a:srgbClr val="F3F4F6"/>
          </a:solidFill>
          <a:ln/>
        </p:spPr>
      </p:sp>
      <p:sp>
        <p:nvSpPr>
          <p:cNvPr id="26" name="Text 20"/>
          <p:cNvSpPr/>
          <p:nvPr/>
        </p:nvSpPr>
        <p:spPr>
          <a:xfrm>
            <a:off x="9144000" y="4572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scanner and panel are the quality gate the generator will stand on: they decide which services are ready, and prove it with traceable data.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gen-sdk-toolset · project demo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already built and running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475488" cy="475488"/>
          </a:xfrm>
          <a:prstGeom prst="ellipse">
            <a:avLst/>
          </a:prstGeom>
          <a:solidFill>
            <a:srgbClr val="FBE7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077" y="2262957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(CLI)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480560" y="1911096"/>
            <a:ext cx="6903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the whole GitHub organisation or a single repo, parses every RST endpoint page into a structured representation, and emits a JSON quality report. Branch- or commit-pinned scans.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566160"/>
            <a:ext cx="475488" cy="475488"/>
          </a:xfrm>
          <a:prstGeom prst="ellipse">
            <a:avLst/>
          </a:prstGeom>
          <a:solidFill>
            <a:srgbClr val="FBE7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077" y="3680277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36499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panel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480560" y="3328416"/>
            <a:ext cx="6903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registry with quality analytics, drill-down to a single parameter table, background scan jobs launched from the UI, and a full history of scan generations. English + German UI.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61772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983480"/>
            <a:ext cx="475488" cy="475488"/>
          </a:xfrm>
          <a:prstGeom prst="ellipse">
            <a:avLst/>
          </a:prstGeom>
          <a:solidFill>
            <a:srgbClr val="FBE7F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77" y="5097597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78231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deployment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480560" y="4745736"/>
            <a:ext cx="6903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— PostgreSQL, FastAPI backend and React frontend, with health checks. The same stack you will see in the demo.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shown today is in the main branch, tested and CI-gated </a:t>
            </a:r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working product, not a prototype demo build.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gen-sdk-toolset · project demo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scanner: docs become structured, honest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37944"/>
            <a:ext cx="420624" cy="420624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43000" y="2112264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every repository in the organisation that carries an api-ref/source API reference.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72384"/>
            <a:ext cx="420624" cy="420624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017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43000" y="3346704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each RST endpoint page: URI, method, path/query/body parameters, responses, examples — into one intermediate representation (IR).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06824"/>
            <a:ext cx="420624" cy="420624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306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4251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43000" y="4581144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parser could not read becomes a typed Issue with a code — per section, per document, per repository.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1783080"/>
            <a:ext cx="4754880" cy="3611880"/>
          </a:xfrm>
          <a:prstGeom prst="roundRect">
            <a:avLst>
              <a:gd name="adj" fmla="val 2532"/>
            </a:avLst>
          </a:prstGeom>
          <a:solidFill>
            <a:srgbClr val="151A23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103120"/>
            <a:ext cx="411480" cy="4114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178040" y="2697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the whole project obeys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178040" y="301752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“Data may never disappear silently.”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7178040" y="379476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dropped, guessed or truncated must leave a machine-readable trace. A number in the panel can be trusted precisely because a failure cannot hide behind a clean status.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by design: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is pinned to a commit hash and a scanner version — any number can be traced back to the exact page it came from.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gen-sdk-toolset · project demo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panel measures quality without flattering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DECE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385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4825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385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READ IT — THE DOC IS NOT OK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17320" y="22128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defect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2960" y="2670048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scanner read the page end to end and found real problems: missing parameter tables, undocumented types, broken examples. Counted against the documentation — the fix is upstream, in the docs.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6916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DF3E0"/>
          </a:solidFill>
          <a:ln/>
        </p:spPr>
      </p:sp>
      <p:sp>
        <p:nvSpPr>
          <p:cNvPr id="11" name="Shape 8"/>
          <p:cNvSpPr/>
          <p:nvPr/>
        </p:nvSpPr>
        <p:spPr>
          <a:xfrm>
            <a:off x="6473952" y="19385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4825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19385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 NOT READ IT — THE DOC MAY HOLD MORE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086600" y="22128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gap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6492240" y="2670048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carries content our parser cannot interpret yet (unmapped blocks, unsupported style). Counted against the scanner, never against the docs — the fix is extending the parser.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40233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the difference in every number: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with unread content shows quality as an upper bound —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“≤ 78%”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because defects may still hide in what we haven't read. Every document lands in exactly one bucket: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in full · rows unrecognized · not fully read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unexplained remainder. And quality counts parameter tables only: example request/response blocks are deliberately excluded — a generator builds from tables; examples are evidence. Their issues stay visible, they just don't move the score.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51206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9808" y="5285232"/>
            <a:ext cx="365760" cy="365760"/>
          </a:xfrm>
          <a:prstGeom prst="ellipse">
            <a:avLst/>
          </a:prstGeom>
          <a:solidFill>
            <a:srgbClr val="FBE7F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5373014"/>
            <a:ext cx="190195" cy="19019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34440" y="52669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usability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749808" y="563270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doc = 1, degraded = 0.5, unreadable = 0. “Half partial” no longer reads as “half unusable.”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343400" y="51206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544568" y="5285232"/>
            <a:ext cx="365760" cy="365760"/>
          </a:xfrm>
          <a:prstGeom prst="ellipse">
            <a:avLst/>
          </a:prstGeom>
          <a:solidFill>
            <a:srgbClr val="FBE7F1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350" y="5373014"/>
            <a:ext cx="190195" cy="19019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029200" y="52669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544568" y="563270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successful scan is an immutable snapshot — compare, activate an older one, roll back.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8138160" y="51206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339328" y="5285232"/>
            <a:ext cx="365760" cy="365760"/>
          </a:xfrm>
          <a:prstGeom prst="ellipse">
            <a:avLst/>
          </a:prstGeom>
          <a:solidFill>
            <a:srgbClr val="FBE7F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7110" y="5373014"/>
            <a:ext cx="190195" cy="19019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823960" y="52669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rules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339328" y="563270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panel computes what needs a human; items clear themselves once handled.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gen-sdk-toolset · project demo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 on the live panel — real data, real jobs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1109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92938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registry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371600" y="225856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eligible OTC repo: scan status, quality share, per-section health strip, filters and search.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6419088" y="191109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040880" y="192938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attention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040880" y="225856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panel's own to-do list: failures, outdated scans, docs drift — computed, not maintained by hand.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23697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71600" y="325526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page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371600" y="358444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metrics, section cards, top issues — where documentation actually breaks down.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217920" y="310896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088" y="323697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040880" y="325526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to one document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040880" y="358444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extracted parameter table (IR) and a source link to the exact scanned commit.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BE7F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56285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371600" y="458114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rescan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91032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→ background job → watch it finish → a new generation appears.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217920" y="443484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/>
        </p:spPr>
      </p:sp>
      <p:sp>
        <p:nvSpPr>
          <p:cNvPr id="25" name="Text 23"/>
          <p:cNvSpPr/>
          <p:nvPr/>
        </p:nvSpPr>
        <p:spPr>
          <a:xfrm>
            <a:off x="6419088" y="456285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040880" y="458114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generations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040880" y="491032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history of snapshots; activate an older one, switch back anytime.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on the real stack: PostgreSQL, FastAPI, React — scans of live opentelekomcloud-docs repositories.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gen-sdk-toolset · project demo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4937760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937760" y="6711696"/>
            <a:ext cx="2011680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6711696"/>
            <a:ext cx="1005840" cy="1463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0" y="6711696"/>
            <a:ext cx="4233672" cy="146304"/>
          </a:xfrm>
          <a:prstGeom prst="rect">
            <a:avLst/>
          </a:prstGeom>
          <a:solidFill>
            <a:srgbClr val="2A33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00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41248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Switching to the panel — localhost:5173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one core backend, everything typed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26280" y="187452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FBE7F1"/>
          </a:solidFill>
          <a:ln w="15875">
            <a:solidFill>
              <a:srgbClr val="F3C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09160" y="200253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Backend — FastAPI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09160" y="2331720"/>
            <a:ext cx="2788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/api · SQLAlchemy 2.0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computed at ingest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jobs orchestrated here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00253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client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TanStack Query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Registry, service pages, jobs UI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German (i18n)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20440" y="23774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285292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OpenAPI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→ TS types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823960" y="187452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06840" y="200253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006840" y="2331720"/>
            <a:ext cx="2423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jobs, generations,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issues — one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source of truth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18120" y="23774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26280" y="452628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465429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4983480"/>
            <a:ext cx="2788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 endpoint pages → IR +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diagnostics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06440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5508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 today —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for a queue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823960" y="4526280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6840" y="465429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06840" y="4983480"/>
            <a:ext cx="2423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opentelekomcloud-docs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· pinned to commit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18120" y="48006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65429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drift by construction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1520" y="4983480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OpenAPI schema is committed;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types are generated from it.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9436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9436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the entire stack, with health checks, in one command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gen-sdk-toolset · project demo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handed over, not just demoed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20624" cy="420624"/>
          </a:xfrm>
          <a:prstGeom prst="ellipse">
            <a:avLst/>
          </a:prstGeom>
          <a:solidFill>
            <a:srgbClr val="FBE7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1929750"/>
            <a:ext cx="218724" cy="2187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5915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Tested, with hard gates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90779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requires ≥ 80% coverage on every change and ≥ 75% overall — for backend and frontend. A red check blocks the merge.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828800"/>
            <a:ext cx="420624" cy="420624"/>
          </a:xfrm>
          <a:prstGeom prst="ellipse">
            <a:avLst/>
          </a:prstGeom>
          <a:solidFill>
            <a:srgbClr val="FBE7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350" y="1929750"/>
            <a:ext cx="218724" cy="2187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43400" y="235915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enforced by tooling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343400" y="290779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Import-linter guards module boundaries; ruff enforces style. Conventions are executable, not tribal knowledge.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138160" y="1828800"/>
            <a:ext cx="420624" cy="420624"/>
          </a:xfrm>
          <a:prstGeom prst="ellipse">
            <a:avLst/>
          </a:prstGeom>
          <a:solidFill>
            <a:srgbClr val="FBE7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110" y="1929750"/>
            <a:ext cx="218724" cy="2187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38160" y="235915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schema evolution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138160" y="290779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database change is an Alembic migration — applied, versioned, never edited after the fact.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977640"/>
            <a:ext cx="420624" cy="420624"/>
          </a:xfrm>
          <a:prstGeom prst="ellipse">
            <a:avLst/>
          </a:prstGeom>
          <a:solidFill>
            <a:srgbClr val="FBE7F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4078590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" y="450799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 wider audience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8640" y="505663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English + German localisation; OpenAPI docs for any team that wants to integrate.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343400" y="3977640"/>
            <a:ext cx="420624" cy="420624"/>
          </a:xfrm>
          <a:prstGeom prst="ellipse">
            <a:avLst/>
          </a:prstGeom>
          <a:solidFill>
            <a:srgbClr val="FBE7F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4350" y="4078590"/>
            <a:ext cx="218724" cy="2187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43400" y="450799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for the next engineer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343400" y="505663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guide, style guide, glossary of domain terms, architecture docs — onboarding is reading, not archaeology.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8138160" y="3977640"/>
            <a:ext cx="420624" cy="420624"/>
          </a:xfrm>
          <a:prstGeom prst="ellipse">
            <a:avLst/>
          </a:prstGeom>
          <a:solidFill>
            <a:srgbClr val="FBE7F1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9110" y="4078590"/>
            <a:ext cx="218724" cy="21872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138160" y="450799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failure modes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138160" y="505663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limits, auth failures and partial scans surface as typed interruptions in the UI — never as silently wrong numbers.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gen-sdk-toolset · project demo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organisation, measured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33472" cy="2286000"/>
          </a:xfrm>
          <a:prstGeom prst="roundRect">
            <a:avLst>
              <a:gd name="adj" fmla="val 4000"/>
            </a:avLst>
          </a:prstGeom>
          <a:solidFill>
            <a:srgbClr val="1F27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checked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3101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opentelekomcloud-docs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01568" y="1783080"/>
            <a:ext cx="2633472" cy="2286000"/>
          </a:xfrm>
          <a:prstGeom prst="roundRect">
            <a:avLst>
              <a:gd name="adj" fmla="val 4000"/>
            </a:avLst>
          </a:prstGeom>
          <a:solidFill>
            <a:srgbClr val="1F2733"/>
          </a:solidFill>
          <a:ln/>
        </p:spPr>
      </p:sp>
      <p:sp>
        <p:nvSpPr>
          <p:cNvPr id="9" name="Text 7"/>
          <p:cNvSpPr/>
          <p:nvPr/>
        </p:nvSpPr>
        <p:spPr>
          <a:xfrm>
            <a:off x="3630168" y="20116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30168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in the registry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30168" y="33101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an API reference — registered automatically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54496" y="1783080"/>
            <a:ext cx="2633472" cy="2286000"/>
          </a:xfrm>
          <a:prstGeom prst="roundRect">
            <a:avLst>
              <a:gd name="adj" fmla="val 4000"/>
            </a:avLst>
          </a:prstGeom>
          <a:solidFill>
            <a:srgbClr val="1F2733"/>
          </a:solidFill>
          <a:ln/>
        </p:spPr>
      </p:sp>
      <p:sp>
        <p:nvSpPr>
          <p:cNvPr id="13" name="Text 11"/>
          <p:cNvSpPr/>
          <p:nvPr/>
        </p:nvSpPr>
        <p:spPr>
          <a:xfrm>
            <a:off x="6483096" y="20116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5,556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83096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read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83096" y="33101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 pages fetched and parsed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07424" y="1783080"/>
            <a:ext cx="2633472" cy="2286000"/>
          </a:xfrm>
          <a:prstGeom prst="roundRect">
            <a:avLst>
              <a:gd name="adj" fmla="val 4000"/>
            </a:avLst>
          </a:prstGeom>
          <a:solidFill>
            <a:srgbClr val="1F2733"/>
          </a:solidFill>
          <a:ln/>
        </p:spPr>
      </p:sp>
      <p:sp>
        <p:nvSpPr>
          <p:cNvPr id="17" name="Text 15"/>
          <p:cNvSpPr/>
          <p:nvPr/>
        </p:nvSpPr>
        <p:spPr>
          <a:xfrm>
            <a:off x="9336024" y="20116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3,475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336024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documents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336024" y="33101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and stored as IR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2,651  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documents parsed clean — not a single diagnostic (76% of endpoints)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343400" y="43434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 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read end to end — 32 of them with endpoint documents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138160" y="43434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blocked by files over 1 MB — a known, visible limitation, on the backlog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reproducible: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to a commit, a scanner version and a stored generation — click any of them in the panel and land on the page it came from.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gen-sdk-toolset · project demo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score — a row-level fix-list for the docs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527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parameter-table cells where the type is written outside the documentation convention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services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every one is pinpointed to service → document → row. A ready work list for the documentation team, not a vague percentage.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212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these rows directly raises the same quality numbers the panel reports — the loop closes.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0" y="178308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DEVIATIONS LOOK LIKE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0" y="21488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List&lt;x&gt; / list&lt;dict&gt; instead of “Array of …”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2423160"/>
            <a:ext cx="5577840" cy="182880"/>
          </a:xfrm>
          <a:prstGeom prst="roundRect">
            <a:avLst>
              <a:gd name="adj" fmla="val 15000"/>
            </a:avLst>
          </a:prstGeom>
          <a:solidFill>
            <a:srgbClr val="E20074"/>
          </a:solidFill>
          <a:ln/>
        </p:spPr>
      </p:sp>
      <p:sp>
        <p:nvSpPr>
          <p:cNvPr id="11" name="Text 9"/>
          <p:cNvSpPr/>
          <p:nvPr/>
        </p:nvSpPr>
        <p:spPr>
          <a:xfrm>
            <a:off x="10259568" y="234086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80720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synonyms — int, Number, dict, JSONArray, File, Date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3081528"/>
            <a:ext cx="4134164" cy="182880"/>
          </a:xfrm>
          <a:prstGeom prst="roundRect">
            <a:avLst>
              <a:gd name="adj" fmla="val 15000"/>
            </a:avLst>
          </a:prstGeom>
          <a:solidFill>
            <a:srgbClr val="E20074"/>
          </a:solidFill>
          <a:ln/>
        </p:spPr>
      </p:sp>
      <p:sp>
        <p:nvSpPr>
          <p:cNvPr id="14" name="Text 12"/>
          <p:cNvSpPr/>
          <p:nvPr/>
        </p:nvSpPr>
        <p:spPr>
          <a:xfrm>
            <a:off x="8815892" y="299923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346557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reference in the type column — “Table 3”, “Table 4”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3739896"/>
            <a:ext cx="2198325" cy="182880"/>
          </a:xfrm>
          <a:prstGeom prst="roundRect">
            <a:avLst>
              <a:gd name="adj" fmla="val 15000"/>
            </a:avLst>
          </a:prstGeom>
          <a:solidFill>
            <a:srgbClr val="E20074"/>
          </a:solidFill>
          <a:ln/>
        </p:spPr>
      </p:sp>
      <p:sp>
        <p:nvSpPr>
          <p:cNvPr id="17" name="Text 15"/>
          <p:cNvSpPr/>
          <p:nvPr/>
        </p:nvSpPr>
        <p:spPr>
          <a:xfrm>
            <a:off x="6880053" y="3657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412394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structure's name instead of a type — policy_param, trigger_resp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4398264"/>
            <a:ext cx="1968649" cy="182880"/>
          </a:xfrm>
          <a:prstGeom prst="roundRect">
            <a:avLst>
              <a:gd name="adj" fmla="val 15000"/>
            </a:avLst>
          </a:prstGeom>
          <a:solidFill>
            <a:srgbClr val="E20074"/>
          </a:solidFill>
          <a:ln/>
        </p:spPr>
      </p:sp>
      <p:sp>
        <p:nvSpPr>
          <p:cNvPr id="20" name="Text 18"/>
          <p:cNvSpPr/>
          <p:nvPr/>
        </p:nvSpPr>
        <p:spPr>
          <a:xfrm>
            <a:off x="6650377" y="43159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478231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prose description instead of a type — “MIME type of the body…”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5056632"/>
            <a:ext cx="1017136" cy="182880"/>
          </a:xfrm>
          <a:prstGeom prst="roundRect">
            <a:avLst>
              <a:gd name="adj" fmla="val 15000"/>
            </a:avLst>
          </a:prstGeom>
          <a:solidFill>
            <a:srgbClr val="E20074"/>
          </a:solidFill>
          <a:ln/>
        </p:spPr>
      </p:sp>
      <p:sp>
        <p:nvSpPr>
          <p:cNvPr id="23" name="Text 21"/>
          <p:cNvSpPr/>
          <p:nvPr/>
        </p:nvSpPr>
        <p:spPr>
          <a:xfrm>
            <a:off x="5698864" y="497433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544068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markers — REFERENCE, ARRAY_REFERENCE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0" y="5715000"/>
            <a:ext cx="557784" cy="182880"/>
          </a:xfrm>
          <a:prstGeom prst="roundRect">
            <a:avLst>
              <a:gd name="adj" fmla="val 15000"/>
            </a:avLst>
          </a:prstGeom>
          <a:solidFill>
            <a:srgbClr val="E20074"/>
          </a:solidFill>
          <a:ln/>
        </p:spPr>
      </p:sp>
      <p:sp>
        <p:nvSpPr>
          <p:cNvPr id="26" name="Text 24"/>
          <p:cNvSpPr/>
          <p:nvPr/>
        </p:nvSpPr>
        <p:spPr>
          <a:xfrm>
            <a:off x="5239512" y="563270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61722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cover the most frequent deviations; every single cell stays visible in the panel, down to the exact row.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gen-sdk-toolset · project demo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generator: two pipelines on the table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7335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A — JINJA-FIRST: TEMPLATES OWN STRUCTURE, THE LLM FILLS GAPS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630680" cy="1234440"/>
          </a:xfrm>
          <a:prstGeom prst="roundRect">
            <a:avLst>
              <a:gd name="adj" fmla="val 5185"/>
            </a:avLst>
          </a:prstGeom>
          <a:solidFill>
            <a:srgbClr val="1F2937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2057400"/>
            <a:ext cx="1374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scan.json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" y="2386584"/>
            <a:ext cx="13746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EB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+ diagnostics from the scan you saw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2142744" y="23545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35352" y="1965960"/>
            <a:ext cx="1630680" cy="1234440"/>
          </a:xfrm>
          <a:prstGeom prst="roundRect">
            <a:avLst>
              <a:gd name="adj" fmla="val 5185"/>
            </a:avLst>
          </a:prstGeom>
          <a:solidFill>
            <a:srgbClr val="E20074"/>
          </a:solidFill>
          <a:ln/>
        </p:spPr>
      </p:sp>
      <p:sp>
        <p:nvSpPr>
          <p:cNvPr id="10" name="Text 8"/>
          <p:cNvSpPr/>
          <p:nvPr/>
        </p:nvSpPr>
        <p:spPr>
          <a:xfrm>
            <a:off x="2563368" y="2057400"/>
            <a:ext cx="1374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3368" y="2386584"/>
            <a:ext cx="13746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EB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quality thresholds: generate or stop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029456" y="23545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22064" y="1965960"/>
            <a:ext cx="1630680" cy="1234440"/>
          </a:xfrm>
          <a:prstGeom prst="roundRect">
            <a:avLst>
              <a:gd name="adj" fmla="val 5185"/>
            </a:avLst>
          </a:prstGeom>
          <a:solidFill>
            <a:srgbClr val="E20074"/>
          </a:solidFill>
          <a:ln/>
        </p:spPr>
      </p:sp>
      <p:sp>
        <p:nvSpPr>
          <p:cNvPr id="14" name="Text 12"/>
          <p:cNvSpPr/>
          <p:nvPr/>
        </p:nvSpPr>
        <p:spPr>
          <a:xfrm>
            <a:off x="4450080" y="2057400"/>
            <a:ext cx="1374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baseline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50080" y="2386584"/>
            <a:ext cx="13746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EB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structure; always valid Python; gaps → FIXMEs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916168" y="23545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08776" y="1965960"/>
            <a:ext cx="1630680" cy="1234440"/>
          </a:xfrm>
          <a:prstGeom prst="roundRect">
            <a:avLst>
              <a:gd name="adj" fmla="val 5185"/>
            </a:avLst>
          </a:prstGeom>
          <a:solidFill>
            <a:srgbClr val="E20074"/>
          </a:solidFill>
          <a:ln/>
        </p:spPr>
      </p:sp>
      <p:sp>
        <p:nvSpPr>
          <p:cNvPr id="18" name="Text 16"/>
          <p:cNvSpPr/>
          <p:nvPr/>
        </p:nvSpPr>
        <p:spPr>
          <a:xfrm>
            <a:off x="6336792" y="2057400"/>
            <a:ext cx="1374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checks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36792" y="2386584"/>
            <a:ext cx="13746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EB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· lint · types · FIXME sanity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7802880" y="23545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95488" y="1965960"/>
            <a:ext cx="1630680" cy="1234440"/>
          </a:xfrm>
          <a:prstGeom prst="roundRect">
            <a:avLst>
              <a:gd name="adj" fmla="val 5185"/>
            </a:avLst>
          </a:prstGeom>
          <a:solidFill>
            <a:srgbClr val="E20074"/>
          </a:solidFill>
          <a:ln/>
        </p:spPr>
      </p:sp>
      <p:sp>
        <p:nvSpPr>
          <p:cNvPr id="22" name="Text 20"/>
          <p:cNvSpPr/>
          <p:nvPr/>
        </p:nvSpPr>
        <p:spPr>
          <a:xfrm>
            <a:off x="8223504" y="2057400"/>
            <a:ext cx="1374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refine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3504" y="2386584"/>
            <a:ext cx="13746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EB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FIXME gaps only; never structure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9689592" y="23545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982200" y="1965960"/>
            <a:ext cx="1630680" cy="1234440"/>
          </a:xfrm>
          <a:prstGeom prst="roundRect">
            <a:avLst>
              <a:gd name="adj" fmla="val 5185"/>
            </a:avLst>
          </a:prstGeom>
          <a:solidFill>
            <a:srgbClr val="1F2937"/>
          </a:solidFill>
          <a:ln/>
        </p:spPr>
      </p:sp>
      <p:sp>
        <p:nvSpPr>
          <p:cNvPr id="26" name="Text 24"/>
          <p:cNvSpPr/>
          <p:nvPr/>
        </p:nvSpPr>
        <p:spPr>
          <a:xfrm>
            <a:off x="10110216" y="2057400"/>
            <a:ext cx="1374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review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110216" y="2386584"/>
            <a:ext cx="13746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EB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opens the PR; a human merges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548640" y="33649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B — LLM-PRIMARY: THE MODEL GENERATES THE SERVICE DIRECTLY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657600"/>
            <a:ext cx="2008022" cy="1234440"/>
          </a:xfrm>
          <a:prstGeom prst="roundRect">
            <a:avLst>
              <a:gd name="adj" fmla="val 5185"/>
            </a:avLst>
          </a:prstGeom>
          <a:solidFill>
            <a:srgbClr val="1F2937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" y="3749040"/>
            <a:ext cx="1751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scan.json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" y="4078224"/>
            <a:ext cx="175199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EB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IR + diagnostics input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2520086" y="40462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812694" y="3657600"/>
            <a:ext cx="2008022" cy="1234440"/>
          </a:xfrm>
          <a:prstGeom prst="roundRect">
            <a:avLst>
              <a:gd name="adj" fmla="val 5185"/>
            </a:avLst>
          </a:prstGeom>
          <a:solidFill>
            <a:srgbClr val="4A5568"/>
          </a:solidFill>
          <a:ln/>
        </p:spPr>
      </p:sp>
      <p:sp>
        <p:nvSpPr>
          <p:cNvPr id="34" name="Text 32"/>
          <p:cNvSpPr/>
          <p:nvPr/>
        </p:nvSpPr>
        <p:spPr>
          <a:xfrm>
            <a:off x="2940710" y="3749040"/>
            <a:ext cx="1751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940710" y="4078224"/>
            <a:ext cx="175199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EB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panel quality thresholds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4784141" y="40462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76749" y="3657600"/>
            <a:ext cx="2008022" cy="1234440"/>
          </a:xfrm>
          <a:prstGeom prst="roundRect">
            <a:avLst>
              <a:gd name="adj" fmla="val 5185"/>
            </a:avLst>
          </a:prstGeom>
          <a:solidFill>
            <a:srgbClr val="4A5568"/>
          </a:solidFill>
          <a:ln/>
        </p:spPr>
      </p:sp>
      <p:sp>
        <p:nvSpPr>
          <p:cNvPr id="38" name="Text 36"/>
          <p:cNvSpPr/>
          <p:nvPr/>
        </p:nvSpPr>
        <p:spPr>
          <a:xfrm>
            <a:off x="5204765" y="3749040"/>
            <a:ext cx="1751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04765" y="4078224"/>
            <a:ext cx="175199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EB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writes the service code straight from the scanned doc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7048195" y="40462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40803" y="3657600"/>
            <a:ext cx="2008022" cy="1234440"/>
          </a:xfrm>
          <a:prstGeom prst="roundRect">
            <a:avLst>
              <a:gd name="adj" fmla="val 5185"/>
            </a:avLst>
          </a:prstGeom>
          <a:solidFill>
            <a:srgbClr val="4A5568"/>
          </a:solidFill>
          <a:ln/>
        </p:spPr>
      </p:sp>
      <p:sp>
        <p:nvSpPr>
          <p:cNvPr id="42" name="Text 40"/>
          <p:cNvSpPr/>
          <p:nvPr/>
        </p:nvSpPr>
        <p:spPr>
          <a:xfrm>
            <a:off x="7468819" y="3749040"/>
            <a:ext cx="1751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checks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468819" y="4078224"/>
            <a:ext cx="175199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EB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· lint · types — the same bar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9312250" y="40462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604858" y="3657600"/>
            <a:ext cx="2008022" cy="1234440"/>
          </a:xfrm>
          <a:prstGeom prst="roundRect">
            <a:avLst>
              <a:gd name="adj" fmla="val 5185"/>
            </a:avLst>
          </a:prstGeom>
          <a:solidFill>
            <a:srgbClr val="1F2937"/>
          </a:solidFill>
          <a:ln/>
        </p:spPr>
      </p:sp>
      <p:sp>
        <p:nvSpPr>
          <p:cNvPr id="46" name="Text 44"/>
          <p:cNvSpPr/>
          <p:nvPr/>
        </p:nvSpPr>
        <p:spPr>
          <a:xfrm>
            <a:off x="9732874" y="3749040"/>
            <a:ext cx="1751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review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732874" y="4078224"/>
            <a:ext cx="175199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EB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opens the PR; a human merges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548640" y="513892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— TRUE IN EITHER VARIANT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" y="54406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is permanent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731520" y="58064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automation is an explicit non-goal — every generated PR is merged by a person.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4343400" y="54406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53" name="Text 51"/>
          <p:cNvSpPr/>
          <p:nvPr/>
        </p:nvSpPr>
        <p:spPr>
          <a:xfrm>
            <a:off x="452628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in the shipped SDK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4526280" y="58064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work only at generation time; the shipped SDK is deterministic Python.</a:t>
            </a:r>
            <a:endParaRPr lang="en-US" sz="930" dirty="0"/>
          </a:p>
        </p:txBody>
      </p:sp>
      <p:sp>
        <p:nvSpPr>
          <p:cNvPr id="55" name="Shape 53"/>
          <p:cNvSpPr/>
          <p:nvPr/>
        </p:nvSpPr>
        <p:spPr>
          <a:xfrm>
            <a:off x="8138160" y="54406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56" name="Text 54"/>
          <p:cNvSpPr/>
          <p:nvPr/>
        </p:nvSpPr>
        <p:spPr>
          <a:xfrm>
            <a:off x="832104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panel is the gate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8321040" y="58064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starts only for services whose quality data clears the threshold.</a:t>
            </a:r>
            <a:endParaRPr lang="en-US" sz="930" dirty="0"/>
          </a:p>
        </p:txBody>
      </p:sp>
      <p:sp>
        <p:nvSpPr>
          <p:cNvPr id="58" name="Text 5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gen-sdk-toolset · project demo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between A and B — the data decides, not taste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2007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81051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Jinja-first + LLM refinement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own the structure; the LLM only fills marked gaps.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9536" y="2688336"/>
            <a:ext cx="91440" cy="91440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6334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verifiable against the VPC v1 reference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59536" y="3063240"/>
            <a:ext cx="91440" cy="91440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12" name="Text 10"/>
          <p:cNvSpPr/>
          <p:nvPr/>
        </p:nvSpPr>
        <p:spPr>
          <a:xfrm>
            <a:off x="1060704" y="300837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opens even if the LLM is down (graceful degradation)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" y="3438144"/>
            <a:ext cx="91440" cy="91440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14" name="Text 12"/>
          <p:cNvSpPr/>
          <p:nvPr/>
        </p:nvSpPr>
        <p:spPr>
          <a:xfrm>
            <a:off x="1060704" y="33832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complex templates to build and maintain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73952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2937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86600" y="181051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LLM-primary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86600" y="213055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scanned document goes to the LLM, which generates the service code directly.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28816" y="2688336"/>
            <a:ext cx="91440" cy="9144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1" name="Text 19"/>
          <p:cNvSpPr/>
          <p:nvPr/>
        </p:nvSpPr>
        <p:spPr>
          <a:xfrm>
            <a:off x="6729984" y="26334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Radically simpler pipeline — no template engineering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28816" y="3063240"/>
            <a:ext cx="91440" cy="9144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3" name="Text 21"/>
          <p:cNvSpPr/>
          <p:nvPr/>
        </p:nvSpPr>
        <p:spPr>
          <a:xfrm>
            <a:off x="6729984" y="300837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not verifiable a priori; review carries more weight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28816" y="3438144"/>
            <a:ext cx="91440" cy="9144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5" name="Text 23"/>
          <p:cNvSpPr/>
          <p:nvPr/>
        </p:nvSpPr>
        <p:spPr>
          <a:xfrm>
            <a:off x="6729984" y="33832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Regeneration diff stability is the open risk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BE7F1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1148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CHOOSE — A/B ON CONTRAST SERVICES, BOTH VARIANTS ON EACH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68680" y="453542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4425696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application-service-mesh</a:t>
            </a:r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docs 100% · parser 100%</a:t>
            </a:r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clean input — measures each strategy's ceiling: how good can the output get when nothing is in the way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68680" y="4956048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1097280" y="4846320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dedicated-host</a:t>
            </a:r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docs 61% · parser 100%</a:t>
            </a:r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known-bad docs — measures robustness: what each strategy does when the input is genuinely poor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on: </a:t>
            </a:r>
            <a:pPr indent="0" marL="0"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vs the VPC v1 reference · regeneration diff stability · behaviour on bad docs and LLM outages.   </a:t>
            </a:r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Doc-quality shares count parameter tables only — example blocks are excluded.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8521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8521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under test: Qwen3.6-35B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(self-hosted, LiteLLM gateway, 2 GPU nodes) — benchmarks: strong file-level coding, notably weaker whole-repo generation (the exact risk the A/B probes) · session stickiness per key limits parallelism · prefill-bound on long context → favours small, focused prompts.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gen-sdk-toolset · project demo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next, later — shipping by end of PI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75488"/>
          </a:xfrm>
          <a:prstGeom prst="roundRect">
            <a:avLst>
              <a:gd name="adj" fmla="val 13462"/>
            </a:avLst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— SHIP BY END OF PI (SEP)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1792" y="25786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4871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76148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+ single-repo scans, pinned to commit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" y="351129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34198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369417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· service drill-down · documents &amp; IR view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" y="444398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" y="435254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jobs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" y="462686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rescans launched from the UI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" y="537667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52852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" y="555955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history, activate / roll back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3400" y="1783080"/>
            <a:ext cx="3566160" cy="475488"/>
          </a:xfrm>
          <a:prstGeom prst="roundRect">
            <a:avLst>
              <a:gd name="adj" fmla="val 13462"/>
            </a:avLst>
          </a:prstGeom>
          <a:solidFill>
            <a:srgbClr val="E20074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17830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416552" y="2578608"/>
            <a:ext cx="109728" cy="109728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21" name="Text 19"/>
          <p:cNvSpPr/>
          <p:nvPr/>
        </p:nvSpPr>
        <p:spPr>
          <a:xfrm>
            <a:off x="4654296" y="24871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Harden the toolset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54296" y="276148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discovery of new repos · dedup of identical generations · commit-hash checks to spot doc updates · basic auth · deployment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16552" y="3511296"/>
            <a:ext cx="109728" cy="109728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24" name="Text 22"/>
          <p:cNvSpPr/>
          <p:nvPr/>
        </p:nvSpPr>
        <p:spPr>
          <a:xfrm>
            <a:off x="4654296" y="34198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Strategy A/B on contrast services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54296" y="369417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variants on application-service-mesh (clean) and dedicated-host (bad docs) — the data picks the winner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16552" y="4443984"/>
            <a:ext cx="109728" cy="109728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27" name="Text 25"/>
          <p:cNvSpPr/>
          <p:nvPr/>
        </p:nvSpPr>
        <p:spPr>
          <a:xfrm>
            <a:off x="4654296" y="435254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Start the service generator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54296" y="462686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begins on the winning strategy; VPC v1 stays the correctness reference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1783080"/>
            <a:ext cx="3566160" cy="475488"/>
          </a:xfrm>
          <a:prstGeom prst="roundRect">
            <a:avLst>
              <a:gd name="adj" fmla="val 13462"/>
            </a:avLst>
          </a:prstGeom>
          <a:solidFill>
            <a:srgbClr val="6B7280"/>
          </a:solidFill>
          <a:ln/>
        </p:spPr>
      </p:sp>
      <p:sp>
        <p:nvSpPr>
          <p:cNvPr id="30" name="Text 28"/>
          <p:cNvSpPr/>
          <p:nvPr/>
        </p:nvSpPr>
        <p:spPr>
          <a:xfrm>
            <a:off x="8138160" y="17830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211312" y="2578608"/>
            <a:ext cx="109728" cy="10972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2" name="Text 30"/>
          <p:cNvSpPr/>
          <p:nvPr/>
        </p:nvSpPr>
        <p:spPr>
          <a:xfrm>
            <a:off x="8449056" y="24871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Maintenance pipeline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49056" y="276148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change detected → incremental regeneration → low-noise PRs; LLM cache for stable diffs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11312" y="3511296"/>
            <a:ext cx="109728" cy="10972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5" name="Text 33"/>
          <p:cNvSpPr/>
          <p:nvPr/>
        </p:nvSpPr>
        <p:spPr>
          <a:xfrm>
            <a:off x="8449056" y="34198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auth &amp; roles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49056" y="369417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identities on scans and admin actions, beyond the basic auth shipped in hardening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11312" y="4443984"/>
            <a:ext cx="109728" cy="10972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ext 36"/>
          <p:cNvSpPr/>
          <p:nvPr/>
        </p:nvSpPr>
        <p:spPr>
          <a:xfrm>
            <a:off x="8449056" y="435254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Queue-based scan jobs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449056" y="462686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background tasks for a real queue when scan volume demands it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prerequisite for generation — trustworthy, per-service quality data — is built and working; it ships by the end of the PI. The generator has solid ground to stand on.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gen-sdk-toolset · project demo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4937760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937760" y="6711696"/>
            <a:ext cx="2011680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6711696"/>
            <a:ext cx="1005840" cy="1463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0" y="6711696"/>
            <a:ext cx="4233672" cy="146304"/>
          </a:xfrm>
          <a:prstGeom prst="rect">
            <a:avLst/>
          </a:prstGeom>
          <a:solidFill>
            <a:srgbClr val="2A33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685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now say which services are ready.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generate for them.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F2733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9718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00200" y="297180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Green-light the three-step plan  —  </a:t>
            </a:r>
            <a:pPr indent="0" marL="0">
              <a:buNone/>
            </a:pPr>
            <a:r>
              <a:rPr lang="en-US" sz="14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the toolset (discovery, generation dedup, drift checks, basic auth, deploy) → run the A/B → start the service generator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8404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F2733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931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00200" y="393192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deployment target for the panel  —  </a:t>
            </a:r>
            <a:pPr indent="0" marL="0">
              <a:buNone/>
            </a:pPr>
            <a:r>
              <a:rPr lang="en-US" sz="14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somewhere to ship the team-visible instance by end of PI — part of the hardening step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480060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F2733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8920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00200" y="489204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bot account for generated PRs  —  </a:t>
            </a:r>
            <a:pPr indent="0" marL="0">
              <a:buNone/>
            </a:pPr>
            <a:r>
              <a:rPr lang="en-US" sz="14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account with write (no merge) on the SDK repo — a setup task before the generator opens its first PR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6035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2026-07-29T12:09:01Z</dcterms:created>
  <dcterms:modified xsi:type="dcterms:W3CDTF">2026-07-29T12:09:01Z</dcterms:modified>
</cp:coreProperties>
</file>